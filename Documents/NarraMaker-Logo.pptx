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e5f27e79da6d48cc" Type="http://schemas.microsoft.com/office/2007/relationships/ui/extensibility" Target="customUI/customUI14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0" r:id="rId1"/>
  </p:sldMasterIdLst>
  <p:notesMasterIdLst>
    <p:notesMasterId r:id="rId5"/>
  </p:notesMasterIdLst>
  <p:sldIdLst>
    <p:sldId id="1724" r:id="rId2"/>
    <p:sldId id="1728" r:id="rId3"/>
    <p:sldId id="172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FF0000"/>
    <a:srgbClr val="C00000"/>
    <a:srgbClr val="5FCBEF"/>
    <a:srgbClr val="9FFFFF"/>
    <a:srgbClr val="FF6600"/>
    <a:srgbClr val="C2584E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53" autoAdjust="0"/>
    <p:restoredTop sz="66910" autoAdjust="0"/>
  </p:normalViewPr>
  <p:slideViewPr>
    <p:cSldViewPr snapToGrid="0">
      <p:cViewPr>
        <p:scale>
          <a:sx n="50" d="100"/>
          <a:sy n="50" d="100"/>
        </p:scale>
        <p:origin x="376" y="324"/>
      </p:cViewPr>
      <p:guideLst/>
    </p:cSldViewPr>
  </p:slideViewPr>
  <p:notesTextViewPr>
    <p:cViewPr>
      <p:scale>
        <a:sx n="98" d="100"/>
        <a:sy n="98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raMaker ppt" userId="b26f5c295e3dea90" providerId="LiveId" clId="{5F948728-1E39-425E-8523-C6592B165161}"/>
    <pc:docChg chg="undo custSel addSld delSld modSld sldOrd delMainMaster">
      <pc:chgData name="NarraMaker ppt" userId="b26f5c295e3dea90" providerId="LiveId" clId="{5F948728-1E39-425E-8523-C6592B165161}" dt="2026-09-23T00:40:20.083" v="391" actId="1076"/>
      <pc:docMkLst>
        <pc:docMk/>
      </pc:docMkLst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993273645" sldId="470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2552866113" sldId="471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1941576199" sldId="473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3411063787" sldId="761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2924032911" sldId="763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559151902" sldId="764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3471766693" sldId="828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1615767124" sldId="840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129584080" sldId="906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650197863" sldId="1211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2210102977" sldId="1332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4117010498" sldId="1333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1495775150" sldId="1334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3858556284" sldId="1335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692793215" sldId="1346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685623580" sldId="1666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2081420300" sldId="1691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4260224306" sldId="1714"/>
        </pc:sldMkLst>
      </pc:sldChg>
      <pc:sldChg chg="addSp delSp modSp mod modClrScheme modShow chgLayout">
        <pc:chgData name="NarraMaker ppt" userId="b26f5c295e3dea90" providerId="LiveId" clId="{5F948728-1E39-425E-8523-C6592B165161}" dt="2026-09-23T00:37:56.776" v="364" actId="14838"/>
        <pc:sldMkLst>
          <pc:docMk/>
          <pc:sldMk cId="2374696795" sldId="1724"/>
        </pc:sldMkLst>
        <pc:spChg chg="mod topLvl">
          <ac:chgData name="NarraMaker ppt" userId="b26f5c295e3dea90" providerId="LiveId" clId="{5F948728-1E39-425E-8523-C6592B165161}" dt="2026-09-23T00:37:06.410" v="360" actId="14838"/>
          <ac:spMkLst>
            <pc:docMk/>
            <pc:sldMk cId="2374696795" sldId="1724"/>
            <ac:spMk id="8" creationId="{54AE9E3C-70EC-9995-0664-AD787FA62531}"/>
          </ac:spMkLst>
        </pc:spChg>
        <pc:spChg chg="add del mod">
          <ac:chgData name="NarraMaker ppt" userId="b26f5c295e3dea90" providerId="LiveId" clId="{5F948728-1E39-425E-8523-C6592B165161}" dt="2026-09-23T00:04:19.153" v="39" actId="478"/>
          <ac:spMkLst>
            <pc:docMk/>
            <pc:sldMk cId="2374696795" sldId="1724"/>
            <ac:spMk id="9" creationId="{34B9A3EA-C9EB-BA8F-A6CF-EBCD41F2F3E0}"/>
          </ac:spMkLst>
        </pc:spChg>
        <pc:spChg chg="mod topLvl">
          <ac:chgData name="NarraMaker ppt" userId="b26f5c295e3dea90" providerId="LiveId" clId="{5F948728-1E39-425E-8523-C6592B165161}" dt="2026-09-23T00:37:06.410" v="360" actId="14838"/>
          <ac:spMkLst>
            <pc:docMk/>
            <pc:sldMk cId="2374696795" sldId="1724"/>
            <ac:spMk id="12" creationId="{A1A3826C-1E01-311A-9B68-35F39975524D}"/>
          </ac:spMkLst>
        </pc:spChg>
        <pc:spChg chg="del mod">
          <ac:chgData name="NarraMaker ppt" userId="b26f5c295e3dea90" providerId="LiveId" clId="{5F948728-1E39-425E-8523-C6592B165161}" dt="2026-09-23T00:14:47.397" v="231" actId="478"/>
          <ac:spMkLst>
            <pc:docMk/>
            <pc:sldMk cId="2374696795" sldId="1724"/>
            <ac:spMk id="16" creationId="{2181E2E1-CBD5-DE9D-0109-E691ED5E2421}"/>
          </ac:spMkLst>
        </pc:spChg>
        <pc:spChg chg="del mod">
          <ac:chgData name="NarraMaker ppt" userId="b26f5c295e3dea90" providerId="LiveId" clId="{5F948728-1E39-425E-8523-C6592B165161}" dt="2026-09-23T00:04:21.745" v="40" actId="478"/>
          <ac:spMkLst>
            <pc:docMk/>
            <pc:sldMk cId="2374696795" sldId="1724"/>
            <ac:spMk id="17" creationId="{67F73650-2FD6-4D2B-F5A9-5FBB1E2E3519}"/>
          </ac:spMkLst>
        </pc:spChg>
        <pc:spChg chg="mod topLvl">
          <ac:chgData name="NarraMaker ppt" userId="b26f5c295e3dea90" providerId="LiveId" clId="{5F948728-1E39-425E-8523-C6592B165161}" dt="2026-09-23T00:37:56.776" v="364" actId="14838"/>
          <ac:spMkLst>
            <pc:docMk/>
            <pc:sldMk cId="2374696795" sldId="1724"/>
            <ac:spMk id="18" creationId="{97695D49-76FE-BF04-33EA-6504E613CF8E}"/>
          </ac:spMkLst>
        </pc:spChg>
        <pc:spChg chg="add mod ord">
          <ac:chgData name="NarraMaker ppt" userId="b26f5c295e3dea90" providerId="LiveId" clId="{5F948728-1E39-425E-8523-C6592B165161}" dt="2026-09-23T00:14:43.217" v="230"/>
          <ac:spMkLst>
            <pc:docMk/>
            <pc:sldMk cId="2374696795" sldId="1724"/>
            <ac:spMk id="22" creationId="{4028A543-C199-34D7-B73C-2062A235A31C}"/>
          </ac:spMkLst>
        </pc:spChg>
        <pc:grpChg chg="add del mod topLvl">
          <ac:chgData name="NarraMaker ppt" userId="b26f5c295e3dea90" providerId="LiveId" clId="{5F948728-1E39-425E-8523-C6592B165161}" dt="2026-09-23T00:28:20.420" v="326" actId="165"/>
          <ac:grpSpMkLst>
            <pc:docMk/>
            <pc:sldMk cId="2374696795" sldId="1724"/>
            <ac:grpSpMk id="7" creationId="{A97B39CB-65EA-C212-B724-78A7C220608E}"/>
          </ac:grpSpMkLst>
        </pc:grpChg>
        <pc:grpChg chg="add del mod ord">
          <ac:chgData name="NarraMaker ppt" userId="b26f5c295e3dea90" providerId="LiveId" clId="{5F948728-1E39-425E-8523-C6592B165161}" dt="2026-09-23T00:28:20.420" v="326" actId="165"/>
          <ac:grpSpMkLst>
            <pc:docMk/>
            <pc:sldMk cId="2374696795" sldId="1724"/>
            <ac:grpSpMk id="21" creationId="{9BDA2CB5-A088-B5DF-B301-25C8426FCA85}"/>
          </ac:grpSpMkLst>
        </pc:grpChg>
        <pc:picChg chg="add del mod">
          <ac:chgData name="NarraMaker ppt" userId="b26f5c295e3dea90" providerId="LiveId" clId="{5F948728-1E39-425E-8523-C6592B165161}" dt="2026-09-23T00:26:34.243" v="316" actId="478"/>
          <ac:picMkLst>
            <pc:docMk/>
            <pc:sldMk cId="2374696795" sldId="1724"/>
            <ac:picMk id="5" creationId="{406F460C-7EAD-C4ED-E318-AE41F28F8EE6}"/>
          </ac:picMkLst>
        </pc:picChg>
        <pc:picChg chg="del mod">
          <ac:chgData name="NarraMaker ppt" userId="b26f5c295e3dea90" providerId="LiveId" clId="{5F948728-1E39-425E-8523-C6592B165161}" dt="2026-09-23T00:04:19.153" v="39" actId="478"/>
          <ac:picMkLst>
            <pc:docMk/>
            <pc:sldMk cId="2374696795" sldId="1724"/>
            <ac:picMk id="6" creationId="{E6120298-8BDF-8025-37A3-CD8204E44430}"/>
          </ac:picMkLst>
        </pc:picChg>
        <pc:picChg chg="add del mod">
          <ac:chgData name="NarraMaker ppt" userId="b26f5c295e3dea90" providerId="LiveId" clId="{5F948728-1E39-425E-8523-C6592B165161}" dt="2026-09-23T00:12:02.852" v="171" actId="478"/>
          <ac:picMkLst>
            <pc:docMk/>
            <pc:sldMk cId="2374696795" sldId="1724"/>
            <ac:picMk id="10" creationId="{6A56DAF3-CFDB-4D3C-2B3E-73352D29DA01}"/>
          </ac:picMkLst>
        </pc:picChg>
        <pc:picChg chg="del mod">
          <ac:chgData name="NarraMaker ppt" userId="b26f5c295e3dea90" providerId="LiveId" clId="{5F948728-1E39-425E-8523-C6592B165161}" dt="2026-09-23T00:04:19.153" v="39" actId="478"/>
          <ac:picMkLst>
            <pc:docMk/>
            <pc:sldMk cId="2374696795" sldId="1724"/>
            <ac:picMk id="15" creationId="{3A53784A-0918-2CD4-49DB-BB482789CAA8}"/>
          </ac:picMkLst>
        </pc:picChg>
        <pc:picChg chg="add mod ord">
          <ac:chgData name="NarraMaker ppt" userId="b26f5c295e3dea90" providerId="LiveId" clId="{5F948728-1E39-425E-8523-C6592B165161}" dt="2026-09-23T00:26:26.915" v="315" actId="1038"/>
          <ac:picMkLst>
            <pc:docMk/>
            <pc:sldMk cId="2374696795" sldId="1724"/>
            <ac:picMk id="24" creationId="{0B4E9117-D4B9-014F-1172-42D5DEBEF4AB}"/>
          </ac:picMkLst>
        </pc:picChg>
        <pc:picChg chg="add del mod">
          <ac:chgData name="NarraMaker ppt" userId="b26f5c295e3dea90" providerId="LiveId" clId="{5F948728-1E39-425E-8523-C6592B165161}" dt="2026-09-23T00:28:14.524" v="324" actId="22"/>
          <ac:picMkLst>
            <pc:docMk/>
            <pc:sldMk cId="2374696795" sldId="1724"/>
            <ac:picMk id="26" creationId="{16249369-D0CC-A22D-2895-18099DD5EFFD}"/>
          </ac:picMkLst>
        </pc:picChg>
        <pc:cxnChg chg="add del mod">
          <ac:chgData name="NarraMaker ppt" userId="b26f5c295e3dea90" providerId="LiveId" clId="{5F948728-1E39-425E-8523-C6592B165161}" dt="2026-09-23T00:11:36.507" v="168" actId="478"/>
          <ac:cxnSpMkLst>
            <pc:docMk/>
            <pc:sldMk cId="2374696795" sldId="1724"/>
            <ac:cxnSpMk id="13" creationId="{2A32A455-4921-3A48-C590-6887AE285D1E}"/>
          </ac:cxnSpMkLst>
        </pc:cxnChg>
      </pc:sldChg>
      <pc:sldChg chg="addSp delSp modSp add del mod">
        <pc:chgData name="NarraMaker ppt" userId="b26f5c295e3dea90" providerId="LiveId" clId="{5F948728-1E39-425E-8523-C6592B165161}" dt="2026-09-23T00:33:30.610" v="350" actId="47"/>
        <pc:sldMkLst>
          <pc:docMk/>
          <pc:sldMk cId="2857577584" sldId="1725"/>
        </pc:sldMkLst>
        <pc:spChg chg="mod">
          <ac:chgData name="NarraMaker ppt" userId="b26f5c295e3dea90" providerId="LiveId" clId="{5F948728-1E39-425E-8523-C6592B165161}" dt="2026-09-23T00:04:38.300" v="43" actId="1076"/>
          <ac:spMkLst>
            <pc:docMk/>
            <pc:sldMk cId="2857577584" sldId="1725"/>
            <ac:spMk id="9" creationId="{61889F5A-5237-8F59-9FC0-C13A570B2B3E}"/>
          </ac:spMkLst>
        </pc:spChg>
        <pc:spChg chg="del">
          <ac:chgData name="NarraMaker ppt" userId="b26f5c295e3dea90" providerId="LiveId" clId="{5F948728-1E39-425E-8523-C6592B165161}" dt="2026-09-23T00:03:03.510" v="28" actId="478"/>
          <ac:spMkLst>
            <pc:docMk/>
            <pc:sldMk cId="2857577584" sldId="1725"/>
            <ac:spMk id="16" creationId="{036184F4-2A1C-B65E-F7D9-B5BDB568D98F}"/>
          </ac:spMkLst>
        </pc:spChg>
        <pc:spChg chg="mod">
          <ac:chgData name="NarraMaker ppt" userId="b26f5c295e3dea90" providerId="LiveId" clId="{5F948728-1E39-425E-8523-C6592B165161}" dt="2026-09-23T00:04:14.399" v="38" actId="1076"/>
          <ac:spMkLst>
            <pc:docMk/>
            <pc:sldMk cId="2857577584" sldId="1725"/>
            <ac:spMk id="17" creationId="{EA7B3B14-D2D2-8A86-487B-459B34435DF6}"/>
          </ac:spMkLst>
        </pc:spChg>
        <pc:spChg chg="del">
          <ac:chgData name="NarraMaker ppt" userId="b26f5c295e3dea90" providerId="LiveId" clId="{5F948728-1E39-425E-8523-C6592B165161}" dt="2026-09-23T00:03:03.510" v="28" actId="478"/>
          <ac:spMkLst>
            <pc:docMk/>
            <pc:sldMk cId="2857577584" sldId="1725"/>
            <ac:spMk id="18" creationId="{E43D7E05-6816-6BA8-7B4F-6A2B891157EB}"/>
          </ac:spMkLst>
        </pc:spChg>
        <pc:grpChg chg="del">
          <ac:chgData name="NarraMaker ppt" userId="b26f5c295e3dea90" providerId="LiveId" clId="{5F948728-1E39-425E-8523-C6592B165161}" dt="2026-09-23T00:03:03.510" v="28" actId="478"/>
          <ac:grpSpMkLst>
            <pc:docMk/>
            <pc:sldMk cId="2857577584" sldId="1725"/>
            <ac:grpSpMk id="7" creationId="{B7F07589-06A8-17A2-000E-9277D8A02159}"/>
          </ac:grpSpMkLst>
        </pc:grpChg>
        <pc:picChg chg="add del">
          <ac:chgData name="NarraMaker ppt" userId="b26f5c295e3dea90" providerId="LiveId" clId="{5F948728-1E39-425E-8523-C6592B165161}" dt="2026-09-23T00:03:37.949" v="32" actId="478"/>
          <ac:picMkLst>
            <pc:docMk/>
            <pc:sldMk cId="2857577584" sldId="1725"/>
            <ac:picMk id="3" creationId="{872168AC-DD1E-2003-5D46-D31BC9639A30}"/>
          </ac:picMkLst>
        </pc:picChg>
        <pc:picChg chg="del">
          <ac:chgData name="NarraMaker ppt" userId="b26f5c295e3dea90" providerId="LiveId" clId="{5F948728-1E39-425E-8523-C6592B165161}" dt="2026-09-23T00:03:03.510" v="28" actId="478"/>
          <ac:picMkLst>
            <pc:docMk/>
            <pc:sldMk cId="2857577584" sldId="1725"/>
            <ac:picMk id="5" creationId="{F4D4D51A-6CF0-52F8-FEF7-6FBF1DCC5025}"/>
          </ac:picMkLst>
        </pc:picChg>
        <pc:picChg chg="mod">
          <ac:chgData name="NarraMaker ppt" userId="b26f5c295e3dea90" providerId="LiveId" clId="{5F948728-1E39-425E-8523-C6592B165161}" dt="2026-09-23T00:04:33.402" v="42" actId="1076"/>
          <ac:picMkLst>
            <pc:docMk/>
            <pc:sldMk cId="2857577584" sldId="1725"/>
            <ac:picMk id="6" creationId="{155A9E97-E6EB-F20A-6659-DBA6B3F93F42}"/>
          </ac:picMkLst>
        </pc:picChg>
        <pc:picChg chg="mod">
          <ac:chgData name="NarraMaker ppt" userId="b26f5c295e3dea90" providerId="LiveId" clId="{5F948728-1E39-425E-8523-C6592B165161}" dt="2026-09-23T00:04:01.177" v="37" actId="1035"/>
          <ac:picMkLst>
            <pc:docMk/>
            <pc:sldMk cId="2857577584" sldId="1725"/>
            <ac:picMk id="15" creationId="{2AC48FFA-B295-7F7C-24EE-06C853A39ABA}"/>
          </ac:picMkLst>
        </pc:picChg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3722576392" sldId="1725"/>
        </pc:sldMkLst>
      </pc:sldChg>
      <pc:sldChg chg="addSp delSp modSp new del mod">
        <pc:chgData name="NarraMaker ppt" userId="b26f5c295e3dea90" providerId="LiveId" clId="{5F948728-1E39-425E-8523-C6592B165161}" dt="2026-09-23T00:33:30.610" v="350" actId="47"/>
        <pc:sldMkLst>
          <pc:docMk/>
          <pc:sldMk cId="3383353333" sldId="1726"/>
        </pc:sldMkLst>
        <pc:spChg chg="del">
          <ac:chgData name="NarraMaker ppt" userId="b26f5c295e3dea90" providerId="LiveId" clId="{5F948728-1E39-425E-8523-C6592B165161}" dt="2026-09-23T00:12:21.705" v="173" actId="478"/>
          <ac:spMkLst>
            <pc:docMk/>
            <pc:sldMk cId="3383353333" sldId="1726"/>
            <ac:spMk id="2" creationId="{360BD354-4947-AB76-3521-36A777F5270F}"/>
          </ac:spMkLst>
        </pc:spChg>
        <pc:spChg chg="del">
          <ac:chgData name="NarraMaker ppt" userId="b26f5c295e3dea90" providerId="LiveId" clId="{5F948728-1E39-425E-8523-C6592B165161}" dt="2026-09-23T00:12:21.705" v="173" actId="478"/>
          <ac:spMkLst>
            <pc:docMk/>
            <pc:sldMk cId="3383353333" sldId="1726"/>
            <ac:spMk id="3" creationId="{7B4AA828-A20B-143D-CB77-A4D35A0B19D9}"/>
          </ac:spMkLst>
        </pc:spChg>
        <pc:picChg chg="add mod">
          <ac:chgData name="NarraMaker ppt" userId="b26f5c295e3dea90" providerId="LiveId" clId="{5F948728-1E39-425E-8523-C6592B165161}" dt="2026-09-23T00:13:37.359" v="178" actId="1076"/>
          <ac:picMkLst>
            <pc:docMk/>
            <pc:sldMk cId="3383353333" sldId="1726"/>
            <ac:picMk id="5" creationId="{272EB846-BDC4-81F9-B475-BAE7D63949CC}"/>
          </ac:picMkLst>
        </pc:picChg>
      </pc:sldChg>
      <pc:sldChg chg="addSp delSp modSp new mod ord">
        <pc:chgData name="NarraMaker ppt" userId="b26f5c295e3dea90" providerId="LiveId" clId="{5F948728-1E39-425E-8523-C6592B165161}" dt="2026-09-23T00:33:25.911" v="349" actId="1076"/>
        <pc:sldMkLst>
          <pc:docMk/>
          <pc:sldMk cId="1037949373" sldId="1727"/>
        </pc:sldMkLst>
        <pc:spChg chg="mod">
          <ac:chgData name="NarraMaker ppt" userId="b26f5c295e3dea90" providerId="LiveId" clId="{5F948728-1E39-425E-8523-C6592B165161}" dt="2026-09-23T00:14:25.057" v="219"/>
          <ac:spMkLst>
            <pc:docMk/>
            <pc:sldMk cId="1037949373" sldId="1727"/>
            <ac:spMk id="2" creationId="{6A668E49-AE04-0592-5266-121953761300}"/>
          </ac:spMkLst>
        </pc:spChg>
        <pc:spChg chg="mod">
          <ac:chgData name="NarraMaker ppt" userId="b26f5c295e3dea90" providerId="LiveId" clId="{5F948728-1E39-425E-8523-C6592B165161}" dt="2026-09-23T00:18:28.113" v="255"/>
          <ac:spMkLst>
            <pc:docMk/>
            <pc:sldMk cId="1037949373" sldId="1727"/>
            <ac:spMk id="9" creationId="{2ED5E1E2-BEDA-EEF5-848C-D01974AD2B22}"/>
          </ac:spMkLst>
        </pc:spChg>
        <pc:spChg chg="mod">
          <ac:chgData name="NarraMaker ppt" userId="b26f5c295e3dea90" providerId="LiveId" clId="{5F948728-1E39-425E-8523-C6592B165161}" dt="2026-09-23T00:18:28.113" v="255"/>
          <ac:spMkLst>
            <pc:docMk/>
            <pc:sldMk cId="1037949373" sldId="1727"/>
            <ac:spMk id="10" creationId="{32240A66-434C-DF5A-4B38-6825C16B1D5F}"/>
          </ac:spMkLst>
        </pc:spChg>
        <pc:spChg chg="mod">
          <ac:chgData name="NarraMaker ppt" userId="b26f5c295e3dea90" providerId="LiveId" clId="{5F948728-1E39-425E-8523-C6592B165161}" dt="2026-09-23T00:18:28.113" v="255"/>
          <ac:spMkLst>
            <pc:docMk/>
            <pc:sldMk cId="1037949373" sldId="1727"/>
            <ac:spMk id="11" creationId="{3FBC4350-740A-00B0-7145-58F579DB5C38}"/>
          </ac:spMkLst>
        </pc:spChg>
        <pc:grpChg chg="add del mod">
          <ac:chgData name="NarraMaker ppt" userId="b26f5c295e3dea90" providerId="LiveId" clId="{5F948728-1E39-425E-8523-C6592B165161}" dt="2026-09-23T00:26:55.905" v="317" actId="478"/>
          <ac:grpSpMkLst>
            <pc:docMk/>
            <pc:sldMk cId="1037949373" sldId="1727"/>
            <ac:grpSpMk id="6" creationId="{635F668C-A4DC-AB62-560B-74CB347CABEB}"/>
          </ac:grpSpMkLst>
        </pc:grpChg>
        <pc:grpChg chg="mod">
          <ac:chgData name="NarraMaker ppt" userId="b26f5c295e3dea90" providerId="LiveId" clId="{5F948728-1E39-425E-8523-C6592B165161}" dt="2026-09-23T00:18:28.113" v="255"/>
          <ac:grpSpMkLst>
            <pc:docMk/>
            <pc:sldMk cId="1037949373" sldId="1727"/>
            <ac:grpSpMk id="8" creationId="{F1790DFF-727F-AD56-7026-C5085ECF3332}"/>
          </ac:grpSpMkLst>
        </pc:grpChg>
        <pc:picChg chg="add del mod modCrop">
          <ac:chgData name="NarraMaker ppt" userId="b26f5c295e3dea90" providerId="LiveId" clId="{5F948728-1E39-425E-8523-C6592B165161}" dt="2026-09-23T00:18:26.547" v="254" actId="478"/>
          <ac:picMkLst>
            <pc:docMk/>
            <pc:sldMk cId="1037949373" sldId="1727"/>
            <ac:picMk id="4" creationId="{94A36552-AAF8-CB7C-329F-6B0597BE23A6}"/>
          </ac:picMkLst>
        </pc:picChg>
        <pc:picChg chg="add del mod">
          <ac:chgData name="NarraMaker ppt" userId="b26f5c295e3dea90" providerId="LiveId" clId="{5F948728-1E39-425E-8523-C6592B165161}" dt="2026-09-23T00:16:21.022" v="243" actId="478"/>
          <ac:picMkLst>
            <pc:docMk/>
            <pc:sldMk cId="1037949373" sldId="1727"/>
            <ac:picMk id="5" creationId="{364F32A3-A716-CB2F-3AC6-15F3F0C0CD1E}"/>
          </ac:picMkLst>
        </pc:picChg>
        <pc:picChg chg="mod">
          <ac:chgData name="NarraMaker ppt" userId="b26f5c295e3dea90" providerId="LiveId" clId="{5F948728-1E39-425E-8523-C6592B165161}" dt="2026-09-23T00:18:28.113" v="255"/>
          <ac:picMkLst>
            <pc:docMk/>
            <pc:sldMk cId="1037949373" sldId="1727"/>
            <ac:picMk id="7" creationId="{A3251040-4B78-EC69-9C2D-B504393A648D}"/>
          </ac:picMkLst>
        </pc:picChg>
        <pc:picChg chg="add mod modCrop">
          <ac:chgData name="NarraMaker ppt" userId="b26f5c295e3dea90" providerId="LiveId" clId="{5F948728-1E39-425E-8523-C6592B165161}" dt="2026-09-23T00:33:25.911" v="349" actId="1076"/>
          <ac:picMkLst>
            <pc:docMk/>
            <pc:sldMk cId="1037949373" sldId="1727"/>
            <ac:picMk id="13" creationId="{2CC6C0B5-8276-5E92-A4D8-DB226ECE1FC6}"/>
          </ac:picMkLst>
        </pc:picChg>
        <pc:picChg chg="add mod">
          <ac:chgData name="NarraMaker ppt" userId="b26f5c295e3dea90" providerId="LiveId" clId="{5F948728-1E39-425E-8523-C6592B165161}" dt="2026-09-23T00:32:19.387" v="345"/>
          <ac:picMkLst>
            <pc:docMk/>
            <pc:sldMk cId="1037949373" sldId="1727"/>
            <ac:picMk id="15" creationId="{04285214-6353-37D4-A6D3-72C26F056959}"/>
          </ac:picMkLst>
        </pc:picChg>
      </pc:sldChg>
      <pc:sldChg chg="addSp delSp modSp new mod ord">
        <pc:chgData name="NarraMaker ppt" userId="b26f5c295e3dea90" providerId="LiveId" clId="{5F948728-1E39-425E-8523-C6592B165161}" dt="2026-09-23T00:40:20.083" v="391" actId="1076"/>
        <pc:sldMkLst>
          <pc:docMk/>
          <pc:sldMk cId="2004760094" sldId="1728"/>
        </pc:sldMkLst>
        <pc:spChg chg="mod">
          <ac:chgData name="NarraMaker ppt" userId="b26f5c295e3dea90" providerId="LiveId" clId="{5F948728-1E39-425E-8523-C6592B165161}" dt="2026-09-23T00:39:56.692" v="385" actId="3064"/>
          <ac:spMkLst>
            <pc:docMk/>
            <pc:sldMk cId="2004760094" sldId="1728"/>
            <ac:spMk id="2" creationId="{BDEF0B74-1CB3-6A4F-E308-45B493B0CB36}"/>
          </ac:spMkLst>
        </pc:spChg>
        <pc:picChg chg="add del">
          <ac:chgData name="NarraMaker ppt" userId="b26f5c295e3dea90" providerId="LiveId" clId="{5F948728-1E39-425E-8523-C6592B165161}" dt="2026-09-23T00:38:31.099" v="369" actId="22"/>
          <ac:picMkLst>
            <pc:docMk/>
            <pc:sldMk cId="2004760094" sldId="1728"/>
            <ac:picMk id="4" creationId="{26641A87-4CF0-0B69-0805-9B3C2E17F5B2}"/>
          </ac:picMkLst>
        </pc:picChg>
        <pc:picChg chg="add del">
          <ac:chgData name="NarraMaker ppt" userId="b26f5c295e3dea90" providerId="LiveId" clId="{5F948728-1E39-425E-8523-C6592B165161}" dt="2026-09-23T00:38:40.279" v="371" actId="478"/>
          <ac:picMkLst>
            <pc:docMk/>
            <pc:sldMk cId="2004760094" sldId="1728"/>
            <ac:picMk id="6" creationId="{D9BFC638-CF88-2031-E641-3C2D291BA299}"/>
          </ac:picMkLst>
        </pc:picChg>
        <pc:picChg chg="add mod modCrop">
          <ac:chgData name="NarraMaker ppt" userId="b26f5c295e3dea90" providerId="LiveId" clId="{5F948728-1E39-425E-8523-C6592B165161}" dt="2026-09-23T00:40:03.454" v="387" actId="1076"/>
          <ac:picMkLst>
            <pc:docMk/>
            <pc:sldMk cId="2004760094" sldId="1728"/>
            <ac:picMk id="8" creationId="{6B863B4F-0706-C871-BD35-A9033AB1A721}"/>
          </ac:picMkLst>
        </pc:picChg>
        <pc:picChg chg="add mod">
          <ac:chgData name="NarraMaker ppt" userId="b26f5c295e3dea90" providerId="LiveId" clId="{5F948728-1E39-425E-8523-C6592B165161}" dt="2026-09-23T00:40:20.083" v="391" actId="1076"/>
          <ac:picMkLst>
            <pc:docMk/>
            <pc:sldMk cId="2004760094" sldId="1728"/>
            <ac:picMk id="9" creationId="{BACCF397-0138-3279-9C59-1BE7DC77D6E4}"/>
          </ac:picMkLst>
        </pc:picChg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1111393841" sldId="1734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4254428240" sldId="1790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847205257" sldId="1791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522640286" sldId="1792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3057911672" sldId="1793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3135322616" sldId="1795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574606755" sldId="1797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3291127348" sldId="2024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1299088574" sldId="2028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610574305" sldId="2030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3079810145" sldId="2031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4288080853" sldId="2032"/>
        </pc:sldMkLst>
      </pc:sldChg>
      <pc:sldChg chg="del">
        <pc:chgData name="NarraMaker ppt" userId="b26f5c295e3dea90" providerId="LiveId" clId="{5F948728-1E39-425E-8523-C6592B165161}" dt="2026-09-23T00:02:04.482" v="0" actId="47"/>
        <pc:sldMkLst>
          <pc:docMk/>
          <pc:sldMk cId="1294236941" sldId="2040"/>
        </pc:sldMkLst>
      </pc:sldChg>
      <pc:sldMasterChg chg="delSldLayout">
        <pc:chgData name="NarraMaker ppt" userId="b26f5c295e3dea90" providerId="LiveId" clId="{5F948728-1E39-425E-8523-C6592B165161}" dt="2026-09-23T00:02:04.482" v="0" actId="47"/>
        <pc:sldMasterMkLst>
          <pc:docMk/>
          <pc:sldMasterMk cId="3110996903" sldId="2147484100"/>
        </pc:sldMasterMkLst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110996903" sldId="2147484100"/>
            <pc:sldLayoutMk cId="1605546582" sldId="2147484117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110996903" sldId="2147484100"/>
            <pc:sldLayoutMk cId="670245685" sldId="2147484118"/>
          </pc:sldLayoutMkLst>
        </pc:sldLayoutChg>
      </pc:sldMasterChg>
      <pc:sldMasterChg chg="del delSldLayout">
        <pc:chgData name="NarraMaker ppt" userId="b26f5c295e3dea90" providerId="LiveId" clId="{5F948728-1E39-425E-8523-C6592B165161}" dt="2026-09-23T00:02:04.482" v="0" actId="47"/>
        <pc:sldMasterMkLst>
          <pc:docMk/>
          <pc:sldMasterMk cId="3738498261" sldId="2147484120"/>
        </pc:sldMasterMkLst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2790557903" sldId="2147484121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4224584393" sldId="2147484122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2854844179" sldId="2147484123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287286963" sldId="2147484124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1666655757" sldId="2147484125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3139049321" sldId="2147484126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1404016549" sldId="2147484127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2743629336" sldId="2147484128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3136876950" sldId="2147484129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1388633938" sldId="2147484130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1712400752" sldId="2147484131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2526666605" sldId="2147484132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3264762737" sldId="2147484133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3459341718" sldId="2147484134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4226874762" sldId="2147484135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1853378098" sldId="2147484136"/>
          </pc:sldLayoutMkLst>
        </pc:sldLayoutChg>
        <pc:sldLayoutChg chg="del">
          <pc:chgData name="NarraMaker ppt" userId="b26f5c295e3dea90" providerId="LiveId" clId="{5F948728-1E39-425E-8523-C6592B165161}" dt="2026-09-23T00:02:04.482" v="0" actId="47"/>
          <pc:sldLayoutMkLst>
            <pc:docMk/>
            <pc:sldMasterMk cId="3738498261" sldId="2147484120"/>
            <pc:sldLayoutMk cId="2076676651" sldId="214748413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AAFD6-8EF3-4CDC-A3E9-C2A8EBA983B8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75315-F28D-41D5-919F-AE83B356D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010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75315-F28D-41D5-919F-AE83B356DF5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465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7288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565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0894" y="1434353"/>
            <a:ext cx="6212540" cy="4814047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sz="1600"/>
            </a:lvl1pPr>
            <a:lvl2pPr>
              <a:spcBef>
                <a:spcPts val="600"/>
              </a:spcBef>
              <a:spcAft>
                <a:spcPts val="600"/>
              </a:spcAft>
              <a:defRPr sz="1600"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425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651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007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9921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781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60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849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499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7229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7479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1485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178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686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7242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BBDC-8195-4E9F-A6FC-1E032C77B73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1FD-723A-47F9-8DE7-8DBB57BA16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767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896100" cy="6477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3" y="1434353"/>
            <a:ext cx="10896101" cy="4814047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425407"/>
            <a:ext cx="13250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>
                    <a:tint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2177BBDC-8195-4E9F-A6FC-1E032C77B73B}" type="datetimeFigureOut">
              <a:rPr kumimoji="1" lang="ja-JP" altLang="en-US" smtClean="0"/>
              <a:pPr/>
              <a:t>2026/9/23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425407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>
                    <a:tint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425407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C91481FD-723A-47F9-8DE7-8DBB57BA162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0996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1" r:id="rId1"/>
    <p:sldLayoutId id="2147484102" r:id="rId2"/>
    <p:sldLayoutId id="2147484119" r:id="rId3"/>
    <p:sldLayoutId id="2147484103" r:id="rId4"/>
    <p:sldLayoutId id="2147484104" r:id="rId5"/>
    <p:sldLayoutId id="2147484105" r:id="rId6"/>
    <p:sldLayoutId id="2147484106" r:id="rId7"/>
    <p:sldLayoutId id="2147484107" r:id="rId8"/>
    <p:sldLayoutId id="2147484108" r:id="rId9"/>
    <p:sldLayoutId id="2147484109" r:id="rId10"/>
    <p:sldLayoutId id="2147484110" r:id="rId11"/>
    <p:sldLayoutId id="2147484111" r:id="rId12"/>
    <p:sldLayoutId id="2147484112" r:id="rId13"/>
    <p:sldLayoutId id="2147484113" r:id="rId14"/>
    <p:sldLayoutId id="2147484114" r:id="rId15"/>
    <p:sldLayoutId id="2147484115" r:id="rId16"/>
    <p:sldLayoutId id="2147484116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図 23">
            <a:extLst>
              <a:ext uri="{FF2B5EF4-FFF2-40B4-BE49-F238E27FC236}">
                <a16:creationId xmlns:a16="http://schemas.microsoft.com/office/drawing/2014/main" id="{0B4E9117-D4B9-014F-1172-42D5DEBEF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042" y="1179027"/>
            <a:ext cx="4489283" cy="4489283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9BDA2CB5-A088-B5DF-B301-25C8426FCA85}"/>
              </a:ext>
            </a:extLst>
          </p:cNvPr>
          <p:cNvGrpSpPr/>
          <p:nvPr/>
        </p:nvGrpSpPr>
        <p:grpSpPr>
          <a:xfrm>
            <a:off x="4161262" y="1964875"/>
            <a:ext cx="3884397" cy="3076805"/>
            <a:chOff x="1593481" y="1957441"/>
            <a:chExt cx="3884397" cy="3076805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A97B39CB-65EA-C212-B724-78A7C220608E}"/>
                </a:ext>
              </a:extLst>
            </p:cNvPr>
            <p:cNvGrpSpPr/>
            <p:nvPr/>
          </p:nvGrpSpPr>
          <p:grpSpPr>
            <a:xfrm>
              <a:off x="1593481" y="1957441"/>
              <a:ext cx="3884397" cy="2433926"/>
              <a:chOff x="3218978" y="2280653"/>
              <a:chExt cx="3884397" cy="2433926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54AE9E3C-70EC-9995-0664-AD787FA62531}"/>
                  </a:ext>
                </a:extLst>
              </p:cNvPr>
              <p:cNvSpPr txBox="1"/>
              <p:nvPr/>
            </p:nvSpPr>
            <p:spPr>
              <a:xfrm>
                <a:off x="3428298" y="2280653"/>
                <a:ext cx="3465756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8800" dirty="0">
                    <a:effectLst>
                      <a:glow rad="63500">
                        <a:schemeClr val="accent1">
                          <a:lumMod val="20000"/>
                          <a:lumOff val="80000"/>
                          <a:alpha val="70000"/>
                        </a:schemeClr>
                      </a:glow>
                    </a:effectLst>
                    <a:latin typeface="Amasis MT Pro Black" panose="02040A04050005020304" pitchFamily="18" charset="0"/>
                  </a:rPr>
                  <a:t>Narra</a:t>
                </a:r>
                <a:endParaRPr kumimoji="1" lang="ja-JP" altLang="en-US" sz="8800" dirty="0">
                  <a:effectLst>
                    <a:glow rad="63500">
                      <a:schemeClr val="accent1">
                        <a:lumMod val="20000"/>
                        <a:lumOff val="80000"/>
                        <a:alpha val="70000"/>
                      </a:schemeClr>
                    </a:glow>
                  </a:effectLst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1A3826C-1E01-311A-9B68-35F39975524D}"/>
                  </a:ext>
                </a:extLst>
              </p:cNvPr>
              <p:cNvSpPr txBox="1"/>
              <p:nvPr/>
            </p:nvSpPr>
            <p:spPr>
              <a:xfrm>
                <a:off x="3218978" y="3268029"/>
                <a:ext cx="3884397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8800" dirty="0">
                    <a:effectLst>
                      <a:glow rad="63500">
                        <a:schemeClr val="accent1">
                          <a:lumMod val="20000"/>
                          <a:lumOff val="80000"/>
                          <a:alpha val="70000"/>
                        </a:schemeClr>
                      </a:glow>
                    </a:effectLst>
                    <a:latin typeface="Amasis MT Pro Black" panose="02040A04050005020304" pitchFamily="18" charset="0"/>
                  </a:rPr>
                  <a:t>Maker</a:t>
                </a:r>
                <a:endParaRPr kumimoji="1" lang="ja-JP" altLang="en-US" sz="8800" dirty="0">
                  <a:effectLst>
                    <a:glow rad="63500">
                      <a:schemeClr val="accent1">
                        <a:lumMod val="20000"/>
                        <a:lumOff val="80000"/>
                        <a:alpha val="70000"/>
                      </a:schemeClr>
                    </a:glow>
                  </a:effectLst>
                  <a:latin typeface="Amasis MT Pro Black" panose="02040A04050005020304" pitchFamily="18" charset="0"/>
                </a:endParaRPr>
              </a:p>
            </p:txBody>
          </p:sp>
        </p:grp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97695D49-76FE-BF04-33EA-6504E613CF8E}"/>
                </a:ext>
              </a:extLst>
            </p:cNvPr>
            <p:cNvSpPr txBox="1"/>
            <p:nvPr/>
          </p:nvSpPr>
          <p:spPr>
            <a:xfrm>
              <a:off x="1929221" y="4295582"/>
              <a:ext cx="326486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 b="1" dirty="0">
                  <a:solidFill>
                    <a:schemeClr val="accent2">
                      <a:lumMod val="50000"/>
                    </a:schemeClr>
                  </a:solidFill>
                  <a:effectLst>
                    <a:glow rad="63500">
                      <a:schemeClr val="accent1">
                        <a:lumMod val="20000"/>
                        <a:lumOff val="80000"/>
                        <a:alpha val="70000"/>
                      </a:schemeClr>
                    </a:glow>
                  </a:effectLst>
                  <a:latin typeface="+mj-lt"/>
                </a:rPr>
                <a:t>for</a:t>
              </a:r>
            </a:p>
            <a:p>
              <a:pPr algn="ctr"/>
              <a:r>
                <a:rPr kumimoji="1" lang="en-US" altLang="ja-JP" sz="2000" b="1" dirty="0">
                  <a:solidFill>
                    <a:schemeClr val="accent2">
                      <a:lumMod val="50000"/>
                    </a:schemeClr>
                  </a:solidFill>
                  <a:effectLst>
                    <a:glow rad="63500">
                      <a:schemeClr val="accent1">
                        <a:lumMod val="20000"/>
                        <a:lumOff val="80000"/>
                        <a:alpha val="70000"/>
                      </a:schemeClr>
                    </a:glow>
                  </a:effectLst>
                  <a:latin typeface="+mj-lt"/>
                </a:rPr>
                <a:t>Microsoft</a:t>
              </a:r>
              <a:r>
                <a:rPr kumimoji="1" lang="en-US" altLang="ja-JP" sz="2200" b="1" dirty="0">
                  <a:solidFill>
                    <a:schemeClr val="accent2">
                      <a:lumMod val="50000"/>
                    </a:schemeClr>
                  </a:solidFill>
                  <a:effectLst>
                    <a:glow rad="63500">
                      <a:schemeClr val="accent1">
                        <a:lumMod val="20000"/>
                        <a:lumOff val="80000"/>
                        <a:alpha val="70000"/>
                      </a:schemeClr>
                    </a:glow>
                  </a:effectLst>
                  <a:latin typeface="+mj-lt"/>
                </a:rPr>
                <a:t> PowerPoint ®</a:t>
              </a:r>
              <a:endParaRPr kumimoji="1" lang="ja-JP" altLang="en-US" sz="2200" b="1" dirty="0">
                <a:solidFill>
                  <a:schemeClr val="accent2">
                    <a:lumMod val="50000"/>
                  </a:schemeClr>
                </a:solidFill>
                <a:effectLst>
                  <a:glow rad="63500">
                    <a:schemeClr val="accent1">
                      <a:lumMod val="20000"/>
                      <a:lumOff val="80000"/>
                      <a:alpha val="70000"/>
                    </a:schemeClr>
                  </a:glow>
                </a:effectLst>
                <a:latin typeface="+mj-lt"/>
              </a:endParaRPr>
            </a:p>
          </p:txBody>
        </p:sp>
      </p:grpSp>
      <p:sp>
        <p:nvSpPr>
          <p:cNvPr id="22" name="タイトル 21">
            <a:extLst>
              <a:ext uri="{FF2B5EF4-FFF2-40B4-BE49-F238E27FC236}">
                <a16:creationId xmlns:a16="http://schemas.microsoft.com/office/drawing/2014/main" id="{4028A543-C199-34D7-B73C-2062A235A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2805"/>
          </a:xfrm>
        </p:spPr>
        <p:txBody>
          <a:bodyPr/>
          <a:lstStyle/>
          <a:p>
            <a:r>
              <a:rPr lang="ja-JP" altLang="en-US" dirty="0"/>
              <a:t>オリジナル</a:t>
            </a:r>
          </a:p>
        </p:txBody>
      </p:sp>
    </p:spTree>
    <p:extLst>
      <p:ext uri="{BB962C8B-B14F-4D97-AF65-F5344CB8AC3E}">
        <p14:creationId xmlns:p14="http://schemas.microsoft.com/office/powerpoint/2010/main" val="2374696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EF0B74-1CB3-6A4F-E308-45B493B0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107996" cy="646331"/>
          </a:xfrm>
        </p:spPr>
        <p:txBody>
          <a:bodyPr wrap="none">
            <a:spAutoFit/>
          </a:bodyPr>
          <a:lstStyle/>
          <a:p>
            <a:r>
              <a:rPr kumimoji="1" lang="ja-JP" altLang="en-US" dirty="0"/>
              <a:t>画像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B863B4F-0706-C871-BD35-A9033AB1A7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10" r="6940"/>
          <a:stretch>
            <a:fillRect/>
          </a:stretch>
        </p:blipFill>
        <p:spPr>
          <a:xfrm>
            <a:off x="1065126" y="1672771"/>
            <a:ext cx="4494742" cy="449314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ACCF397-0138-3279-9C59-1BE7DC77D6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10" r="6940"/>
          <a:stretch>
            <a:fillRect/>
          </a:stretch>
        </p:blipFill>
        <p:spPr>
          <a:xfrm>
            <a:off x="5967327" y="1672772"/>
            <a:ext cx="1800000" cy="179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60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668E49-AE04-0592-5266-12195376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3100"/>
          </a:xfrm>
        </p:spPr>
        <p:txBody>
          <a:bodyPr/>
          <a:lstStyle/>
          <a:p>
            <a:r>
              <a:rPr kumimoji="1" lang="ja-JP" altLang="en-US" dirty="0"/>
              <a:t>画像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2CC6C0B5-8276-5E92-A4D8-DB226ECE1F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23" r="5820"/>
          <a:stretch>
            <a:fillRect/>
          </a:stretch>
        </p:blipFill>
        <p:spPr>
          <a:xfrm>
            <a:off x="3826933" y="1182429"/>
            <a:ext cx="4482000" cy="44820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4285214-6353-37D4-A6D3-72C26F0569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23" r="5820"/>
          <a:stretch>
            <a:fillRect/>
          </a:stretch>
        </p:blipFill>
        <p:spPr>
          <a:xfrm>
            <a:off x="1553633" y="1525329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49373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ファセット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ファセット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ファセッ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UI/customUI14.xml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TM02892315[[fn=ウィスプ]]</Template>
  <TotalTime>15376</TotalTime>
  <Words>10</Words>
  <Application>Microsoft Office PowerPoint</Application>
  <PresentationFormat>ワイド画面</PresentationFormat>
  <Paragraphs>8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BIZ UDPゴシック</vt:lpstr>
      <vt:lpstr>游ゴシック</vt:lpstr>
      <vt:lpstr>Amasis MT Pro Black</vt:lpstr>
      <vt:lpstr>Arial</vt:lpstr>
      <vt:lpstr>Trebuchet MS</vt:lpstr>
      <vt:lpstr>Wingdings 3</vt:lpstr>
      <vt:lpstr>ファセット</vt:lpstr>
      <vt:lpstr>オリジナル</vt:lpstr>
      <vt:lpstr>画像</vt:lpstr>
      <vt:lpstr>画像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Kudo Teruyuki (工藤 照之)</dc:creator>
  <cp:lastModifiedBy>NarraMaker ppt</cp:lastModifiedBy>
  <cp:revision>494</cp:revision>
  <dcterms:created xsi:type="dcterms:W3CDTF">2025-09-27T02:29:24Z</dcterms:created>
  <dcterms:modified xsi:type="dcterms:W3CDTF">2026-09-23T00:41:54Z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mportPath">
    <vt:lpwstr>C:\Users\a1\Downloads\aivis</vt:lpwstr>
  </property>
  <property fmtid="{D5CDD505-2E9C-101B-9397-08002B2CF9AE}" pid="3" name="narra.config.voice.engineName">
    <vt:lpwstr>AivisSpeech</vt:lpwstr>
  </property>
  <property fmtid="{D5CDD505-2E9C-101B-9397-08002B2CF9AE}" pid="4" name="narra.config.voice.enginePort">
    <vt:lpwstr>10101</vt:lpwstr>
  </property>
  <property fmtid="{D5CDD505-2E9C-101B-9397-08002B2CF9AE}" pid="5" name="narra.config.voice.modelName">
    <vt:lpwstr>morioki</vt:lpwstr>
  </property>
  <property fmtid="{D5CDD505-2E9C-101B-9397-08002B2CF9AE}" pid="6" name="narra.config.voice.styleName">
    <vt:lpwstr>ノーマル</vt:lpwstr>
  </property>
  <property fmtid="{D5CDD505-2E9C-101B-9397-08002B2CF9AE}" pid="7" name="narra.config.voice.speedScale">
    <vt:lpwstr>1</vt:lpwstr>
  </property>
  <property fmtid="{D5CDD505-2E9C-101B-9397-08002B2CF9AE}" pid="8" name="narra.config.voice.tempoDynamicsScale">
    <vt:lpwstr>1</vt:lpwstr>
  </property>
  <property fmtid="{D5CDD505-2E9C-101B-9397-08002B2CF9AE}" pid="9" name="narra.config.voice.pitchScale">
    <vt:lpwstr>0</vt:lpwstr>
  </property>
  <property fmtid="{D5CDD505-2E9C-101B-9397-08002B2CF9AE}" pid="10" name="narra.config.voice.volumeScale">
    <vt:lpwstr>1</vt:lpwstr>
  </property>
  <property fmtid="{D5CDD505-2E9C-101B-9397-08002B2CF9AE}" pid="11" name="narra.config.voice.prePhonemeLength">
    <vt:lpwstr>0.1</vt:lpwstr>
  </property>
  <property fmtid="{D5CDD505-2E9C-101B-9397-08002B2CF9AE}" pid="12" name="narra.config.voice.postPhonemeLength">
    <vt:lpwstr>0.1</vt:lpwstr>
  </property>
  <property fmtid="{D5CDD505-2E9C-101B-9397-08002B2CF9AE}" pid="13" name="narra.export.video.resolution">
    <vt:lpwstr>720</vt:lpwstr>
  </property>
  <property fmtid="{D5CDD505-2E9C-101B-9397-08002B2CF9AE}" pid="14" name="narra.export.video.fps">
    <vt:lpwstr>25</vt:lpwstr>
  </property>
  <property fmtid="{D5CDD505-2E9C-101B-9397-08002B2CF9AE}" pid="15" name="narra.export.video.FFmpeg">
    <vt:lpwstr>False</vt:lpwstr>
  </property>
  <property fmtid="{D5CDD505-2E9C-101B-9397-08002B2CF9AE}" pid="16" name="narra.export.video.quality">
    <vt:lpwstr>70</vt:lpwstr>
  </property>
  <property fmtid="{D5CDD505-2E9C-101B-9397-08002B2CF9AE}" pid="17" name="narra.export.video.crf">
    <vt:lpwstr>25</vt:lpwstr>
  </property>
  <property fmtid="{D5CDD505-2E9C-101B-9397-08002B2CF9AE}" pid="18" name="narra.export.video.playOnClick">
    <vt:lpwstr>False</vt:lpwstr>
  </property>
  <property fmtid="{D5CDD505-2E9C-101B-9397-08002B2CF9AE}" pid="19" name="narra.version.name.space">
    <vt:lpwstr>2</vt:lpwstr>
  </property>
</Properties>
</file>